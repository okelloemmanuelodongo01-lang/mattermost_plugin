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731520"/>
            <a:ext cx="3200400" cy="3200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754880"/>
            <a:ext cx="2560320" cy="2560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31720"/>
            <a:ext cx="1005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UgaJapa Translation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BD5E1"/>
                </a:solidFill>
              </a:defRPr>
            </a:pPr>
            <a:r>
              <a:t>Real-time multilingual chat for Mattermost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Internship project  ·  v2.3.0  ·  June 2026</a:t>
            </a:r>
          </a:p>
          <a:p>
            <a:pPr>
              <a:defRPr sz="1600">
                <a:solidFill>
                  <a:srgbClr val="94A3B8"/>
                </a:solidFill>
              </a:defRPr>
            </a:pP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Mahamat Abdelrassoul  ·  UgaJapa team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Text · Voice · Video · Auto-translate · Read-aloud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UgaJapa Translation for Mattermost · v2.3.0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UgaJapa Translation for Mattermost · v2.3.0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What we will cover in this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87552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Problem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Why multilingual teams need help in chat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Live demo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Same conversation in English and Japanese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95728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Features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Text, voice, video, read-aloud, preview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395728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Quality scoring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How we measure translation accuracy (TransChecker)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57016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Architecture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How the plugin and API work together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557016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Tech stack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Mattermost, Go, React, Node, Google Cloud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718304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Delivery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What we built and how to run the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UgaJapa Translation for Mattermost · v2.3.0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International teams chat in one place — but not one language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87552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Language barrier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Team members speak English, Japanese, French… in the same channel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Broken workflow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Copy-paste into Google Translate kills conversation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95728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Voice &amp; video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Audio messages are impossible to understand across languages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395728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No native tool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Mattermost has no built-in per-user translation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57016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Our goal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Chat naturally — each person reads in their own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UgaJapa Translation for Mattermost · v2.3.0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Our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Plugin + API — no changes to Mattermost 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87552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Per-user language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Each person picks their receive language in settings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Auto-translate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Readers see translations; senders keep original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95728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Voice &amp; video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Record → transcribe → translate for every reader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395728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Modern UI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WhatsApp-style bubbles + language badges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57016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Read-aloud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Speaker icon uses Google Text-to-Speech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557016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Quality check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TransChecker scores translation confidence (text)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UgaJapa Translation for Mattermost · v2.3.0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Live Demo — English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User Abdel reads and writes in English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87552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170432"/>
            <a:ext cx="74523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-abdel-english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98448"/>
            <a:ext cx="7223760" cy="334381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92440" y="1170432"/>
            <a:ext cx="3703320" cy="507492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52400"/>
          <a:lstStyle/>
          <a:p>
            <a:pPr algn="ctr">
              <a:defRPr sz="1500" b="1">
                <a:solidFill>
                  <a:srgbClr val="4F46E5"/>
                </a:solidFill>
              </a:defRPr>
            </a:pPr>
            <a:r>
              <a:t>Key points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▸  Green bubbles on the right = Abdel's messages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▸  White bubbles on the left = Yohana's messages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▸  Conversation feels like normal English chat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▸  Speaker icon reads any message aloud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UgaJapa Translation for Mattermost · v2.3.0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Live Demo — Japanese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Same chat, same time — Yohana sees Japanese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87552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170432"/>
            <a:ext cx="74523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yohana-japanese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98448"/>
            <a:ext cx="7223760" cy="33367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92440" y="1170432"/>
            <a:ext cx="3703320" cy="507492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52400"/>
          <a:lstStyle/>
          <a:p>
            <a:pPr algn="ctr">
              <a:defRPr sz="1500" b="1">
                <a:solidFill>
                  <a:srgbClr val="4F46E5"/>
                </a:solidFill>
              </a:defRPr>
            </a:pPr>
            <a:r>
              <a:t>Key points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▸  This is the proof slide for your presentation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▸  Abdel typed in English — Yohana sees Japanese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▸  No manual re-typing or copy-paste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▸  Each user reads in their own language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UgaJapa Translation for Mattermost · v2.3.0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Plugin v2.3.0 — everything in one chat experience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87552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Auto-translate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Every new message translated per reader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Pre-send preview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See translation before sending foreign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95728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Voice messages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Google STT → translate → text under player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395728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Video messages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Audio extracted, same pipeline as voice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57016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Languages panel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Member badges: EN, JA, FR…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557016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Slash commands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/translation-lang and /translate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718304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Chat slang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bjr → bonjour before translating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718304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Usage tracking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Monthly character count for billing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UgaJapa Translation for Mattermost · v2.3.0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Three layers — browser, Mattermost plugin, Translation API, Google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87552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115568"/>
            <a:ext cx="3246120" cy="25603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115568"/>
            <a:ext cx="416052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MATTERMOST (Docker)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15568"/>
            <a:ext cx="3657600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481328"/>
            <a:ext cx="3063240" cy="105156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7780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Browser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Mattermost web UI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Plugin React webapp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WhatsApp-style chat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81328"/>
            <a:ext cx="306324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3639312" y="1874519"/>
            <a:ext cx="411480" cy="201168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60520" y="1481328"/>
            <a:ext cx="3794760" cy="10515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7780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Mattermost 10.5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Team chat server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PostgreSQL database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Plugin server (Go)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481328"/>
            <a:ext cx="379476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8028431" y="1874519"/>
            <a:ext cx="411480" cy="201168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9640" y="1481328"/>
            <a:ext cx="3154680" cy="105156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7780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Translation API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Node.js · port 5000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Translate · STT · TTS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Quality scoring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1481328"/>
            <a:ext cx="3154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5961888" y="2606040"/>
            <a:ext cx="256032" cy="365760"/>
          </a:xfrm>
          <a:prstGeom prst="down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26080" y="3063240"/>
            <a:ext cx="3291840" cy="1097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7780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Google Cloud (primary)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Cloud Translation API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Speech-to-Text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Text-to-Speech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3063240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2240" y="3063240"/>
            <a:ext cx="2743200" cy="1097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7780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Fallback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MyMemory (no Google key)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Whisper (STT backup)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063240"/>
            <a:ext cx="2743200" cy="731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4434840"/>
            <a:ext cx="11201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12700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What we built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① mattermost-plugin-translation — UI, auto-translate, voice/video hooks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② translation-api — Google integration, slang, quality scores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③ docker-compose.yml — local Mattermost + PostgreSQL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8932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Message flow: User sends text → Mattermost stores original → Plugin calls API per reader → Translation appears in each user's language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UgaJapa Translation for Mattermost · v2.3.0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Built on proven open-source and cloud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87552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11201400" cy="86868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160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Chat platform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Mattermost 10.5 · Docker · PostgreSQL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91440" cy="868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194560"/>
            <a:ext cx="11201400" cy="8686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160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Plugin server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Go · Mattermost Plugin API · WebSockets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94560"/>
            <a:ext cx="91440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3154680"/>
            <a:ext cx="11201400" cy="8686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160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Plugin UI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React · TypeScript · Redux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54680"/>
            <a:ext cx="91440" cy="868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114800"/>
            <a:ext cx="11201400" cy="8686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160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Translation API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Node.js · Express · TypeScript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14800"/>
            <a:ext cx="9144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5074920"/>
            <a:ext cx="11201400" cy="868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160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Cloud AI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Google Translate · Speech-to-Text · TTS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074920"/>
            <a:ext cx="9144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UgaJapa Translation for Mattermost · v2.3.0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How Text Translation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Simple 6-step pipeline — easy to explain to anyone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87552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16885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53340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User</a:t>
            </a:r>
            <a:br/>
            <a:r>
              <a:t>sends message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1389888"/>
            <a:ext cx="320040" cy="3200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09800" y="1783080"/>
            <a:ext cx="91440" cy="201168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01240" y="1280160"/>
            <a:ext cx="16885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53340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Mattermost</a:t>
            </a:r>
            <a:br/>
            <a:r>
              <a:t>stores original</a:t>
            </a:r>
          </a:p>
        </p:txBody>
      </p:sp>
      <p:sp>
        <p:nvSpPr>
          <p:cNvPr id="13" name="Oval 12"/>
          <p:cNvSpPr/>
          <p:nvPr/>
        </p:nvSpPr>
        <p:spPr>
          <a:xfrm>
            <a:off x="2410968" y="1389888"/>
            <a:ext cx="320040" cy="3200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08120" y="1783080"/>
            <a:ext cx="91440" cy="201168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99560" y="1280160"/>
            <a:ext cx="16885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53340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Plugin checks</a:t>
            </a:r>
            <a:br/>
            <a:r>
              <a:t>each reader's language</a:t>
            </a:r>
          </a:p>
        </p:txBody>
      </p:sp>
      <p:sp>
        <p:nvSpPr>
          <p:cNvPr id="16" name="Oval 15"/>
          <p:cNvSpPr/>
          <p:nvPr/>
        </p:nvSpPr>
        <p:spPr>
          <a:xfrm>
            <a:off x="4209288" y="1389888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06440" y="1783080"/>
            <a:ext cx="91440" cy="201168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97880" y="1280160"/>
            <a:ext cx="16885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53340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API calls</a:t>
            </a:r>
            <a:br/>
            <a:r>
              <a:t>Google Translate</a:t>
            </a:r>
          </a:p>
        </p:txBody>
      </p:sp>
      <p:sp>
        <p:nvSpPr>
          <p:cNvPr id="19" name="Oval 18"/>
          <p:cNvSpPr/>
          <p:nvPr/>
        </p:nvSpPr>
        <p:spPr>
          <a:xfrm>
            <a:off x="6007608" y="1389888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604760" y="1783080"/>
            <a:ext cx="91440" cy="201168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96200" y="1280160"/>
            <a:ext cx="16885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53340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Quality score</a:t>
            </a:r>
            <a:br/>
            <a:r>
              <a:t>(text only)</a:t>
            </a:r>
          </a:p>
        </p:txBody>
      </p:sp>
      <p:sp>
        <p:nvSpPr>
          <p:cNvPr id="22" name="Oval 21"/>
          <p:cNvSpPr/>
          <p:nvPr/>
        </p:nvSpPr>
        <p:spPr>
          <a:xfrm>
            <a:off x="7805928" y="1389888"/>
            <a:ext cx="320040" cy="3200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03080" y="1783080"/>
            <a:ext cx="91440" cy="201168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94520" y="1280160"/>
            <a:ext cx="168859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53340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Reader sees</a:t>
            </a:r>
            <a:br/>
            <a:r>
              <a:t>translation</a:t>
            </a:r>
          </a:p>
        </p:txBody>
      </p:sp>
      <p:sp>
        <p:nvSpPr>
          <p:cNvPr id="25" name="Oval 24"/>
          <p:cNvSpPr/>
          <p:nvPr/>
        </p:nvSpPr>
        <p:spPr>
          <a:xfrm>
            <a:off x="9604248" y="1389888"/>
            <a:ext cx="320040" cy="3200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743200"/>
            <a:ext cx="11155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Important rule for the audience: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The sender always sees their own original words.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Only readers with a different receive language see a translation.</a:t>
            </a:r>
          </a:p>
          <a:p>
            <a:pPr>
              <a:spcBef>
                <a:spcPts val="800"/>
              </a:spcBef>
              <a:defRPr sz="1500">
                <a:solidFill>
                  <a:srgbClr val="334155"/>
                </a:solidFill>
              </a:defRPr>
            </a:pPr>
            <a:r>
              <a:t>Example: Abdel writes English → Yohana reads Japanese automatically.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UgaJapa Translation for Mattermost · v2.3.0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How We Measure Translation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TransChecker method — automatic, no human reviewer needed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87552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207008"/>
            <a:ext cx="258775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53340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Original</a:t>
            </a:r>
            <a:br/>
            <a:r>
              <a:t>text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1316736"/>
            <a:ext cx="320040" cy="3200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08960" y="1709928"/>
            <a:ext cx="91440" cy="201168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0" y="1207008"/>
            <a:ext cx="258775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53340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Translate</a:t>
            </a:r>
            <a:br/>
            <a:r>
              <a:t>to target</a:t>
            </a:r>
          </a:p>
        </p:txBody>
      </p:sp>
      <p:sp>
        <p:nvSpPr>
          <p:cNvPr id="13" name="Oval 12"/>
          <p:cNvSpPr/>
          <p:nvPr/>
        </p:nvSpPr>
        <p:spPr>
          <a:xfrm>
            <a:off x="3310128" y="1316736"/>
            <a:ext cx="320040" cy="3200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06440" y="1709928"/>
            <a:ext cx="91440" cy="201168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97880" y="1207008"/>
            <a:ext cx="258775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53340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Translate</a:t>
            </a:r>
            <a:br/>
            <a:r>
              <a:t>back</a:t>
            </a:r>
          </a:p>
        </p:txBody>
      </p:sp>
      <p:sp>
        <p:nvSpPr>
          <p:cNvPr id="16" name="Oval 15"/>
          <p:cNvSpPr/>
          <p:nvPr/>
        </p:nvSpPr>
        <p:spPr>
          <a:xfrm>
            <a:off x="6007608" y="1316736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503920" y="1709928"/>
            <a:ext cx="91440" cy="201168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95360" y="1207008"/>
            <a:ext cx="258775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533400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Compare</a:t>
            </a:r>
            <a:br/>
            <a:r>
              <a:t>meaning</a:t>
            </a:r>
          </a:p>
        </p:txBody>
      </p:sp>
      <p:sp>
        <p:nvSpPr>
          <p:cNvPr id="19" name="Oval 18"/>
          <p:cNvSpPr/>
          <p:nvPr/>
        </p:nvSpPr>
        <p:spPr>
          <a:xfrm>
            <a:off x="8705088" y="1316736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606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748B"/>
                </a:solidFill>
              </a:defRPr>
            </a:pPr>
            <a:r>
              <a:t>Example: French “Bonjour” → English “Hello” → back to French “Bonjour” → high match = good translation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246120"/>
            <a:ext cx="2331720" cy="21488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5240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Character match</a:t>
            </a:r>
          </a:p>
          <a:p>
            <a:pPr>
              <a:defRPr sz="900">
                <a:solidFill>
                  <a:srgbClr val="4F46E5"/>
                </a:solidFill>
              </a:defRPr>
            </a:pPr>
            <a:r>
              <a:t>Levenshtein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Are letters similar after back-translation?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246120"/>
            <a:ext cx="233172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063240" y="3246120"/>
            <a:ext cx="2331720" cy="21488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5240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Word overlap</a:t>
            </a:r>
          </a:p>
          <a:p>
            <a:pPr>
              <a:defRPr sz="900">
                <a:solidFill>
                  <a:srgbClr val="0EA5E9"/>
                </a:solidFill>
              </a:defRPr>
            </a:pPr>
            <a:r>
              <a:t>semantic_score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Do the same important words appear?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3246120"/>
            <a:ext cx="2331720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23560" y="3246120"/>
            <a:ext cx="2331720" cy="21488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5240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AI meaning</a:t>
            </a:r>
          </a:p>
          <a:p>
            <a:pPr>
              <a:defRPr sz="900">
                <a:solidFill>
                  <a:srgbClr val="10B981"/>
                </a:solidFill>
              </a:defRPr>
            </a:pPr>
            <a:r>
              <a:t>embedding_score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MiniLM model — same meaning even if words differ?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3246120"/>
            <a:ext cx="233172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83879" y="3246120"/>
            <a:ext cx="2331720" cy="2148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5240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Final score</a:t>
            </a:r>
          </a:p>
          <a:p>
            <a:pPr>
              <a:defRPr sz="900">
                <a:solidFill>
                  <a:srgbClr val="F59E0B"/>
                </a:solidFill>
              </a:defRPr>
            </a:pPr>
            <a:r>
              <a:t>quality_score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Combined % — API picks the best candidate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3246120"/>
            <a:ext cx="23317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For tricky short messages, the API may try multiple paths and keep the highest quality_score.</a:t>
            </a:r>
          </a:p>
          <a:p>
            <a:pPr>
              <a:defRPr sz="1100" b="1">
                <a:solidFill>
                  <a:srgbClr val="4F46E5"/>
                </a:solidFill>
              </a:defRPr>
            </a:pPr>
            <a:r>
              <a:t>Voice &amp; video use fast mode (one Google call) — no quality scoring, by design for speed.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UgaJapa Translation for Mattermost · v2.3.0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Where Can You See Quality?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How to demonstrate scores live during the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87552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/translate command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Type: /translate Hello — shows translation + Quality % + AI semantic % + character match + back-translation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Pre-send preview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When you type in a foreign language, popup shows: AI quality 87% before you send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95728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API response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POST /translate returns quality_score, score, semantic_score, embedding_score (for integrations)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395728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Normal chat messages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No % shown on every bubble — keeps chat clean for daily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57016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Voice &amp; video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No quality % — fast path only; show transcript translation instead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557016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Health check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GET /health shows google-translate + semantic_embeddings_enabled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892040"/>
            <a:ext cx="11201400" cy="12344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270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Best live demo for your audience tomorrow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1. In Mattermost chat, run:  /translate Bonjour tout le monde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2. Show the reply with Quality 85% · AI semantic 90% · Character match 70%</a:t>
            </a:r>
          </a:p>
          <a:p>
            <a:pPr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3. Explain: we translate → translate back → compare → combine into one percentage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UgaJapa Translation for Mattermost · v2.3.0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Voice &amp; Video Messages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Microphone and camera buttons in the composer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87552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170432"/>
            <a:ext cx="74523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voice-video-butt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98448"/>
            <a:ext cx="7223760" cy="335086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92440" y="1170432"/>
            <a:ext cx="3703320" cy="507492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52400"/>
          <a:lstStyle/>
          <a:p>
            <a:pPr algn="ctr">
              <a:defRPr sz="1500" b="1">
                <a:solidFill>
                  <a:srgbClr val="4F46E5"/>
                </a:solidFill>
              </a:defRPr>
            </a:pPr>
            <a:r>
              <a:t>Key points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▸  User records voice or short video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▸  File uploaded to Mattermost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▸  Server runs Google Speech-to-Text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▸  Fast translate path for speed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▸  Reader sees transcript in their language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UgaJapa Translation for Mattermost · v2.3.0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Language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Each user controls their own experience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87552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170432"/>
            <a:ext cx="74523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-translation-languages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98448"/>
            <a:ext cx="7223760" cy="336497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92440" y="1170432"/>
            <a:ext cx="3703320" cy="507492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52400"/>
          <a:lstStyle/>
          <a:p>
            <a:pPr algn="ctr">
              <a:defRPr sz="1500" b="1">
                <a:solidFill>
                  <a:srgbClr val="4F46E5"/>
                </a:solidFill>
              </a:defRPr>
            </a:pPr>
            <a:r>
              <a:t>Key points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▸  Pick receive language (EN, JA, FR…)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▸  Choose read-aloud voice style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▸  See all channel members' languages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▸  Open from translate icon in header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UgaJapa Translation for Mattermost · v2.3.0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Challenges We Solved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Real bugs we fixed during development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87552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0" y="1234440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216152"/>
            <a:ext cx="-5029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Voice showed wrong language → fixed with server-side STT + detection (v2.3.0)</a:t>
            </a:r>
          </a:p>
        </p:txBody>
      </p:sp>
      <p:sp>
        <p:nvSpPr>
          <p:cNvPr id="11" name="Oval 10"/>
          <p:cNvSpPr/>
          <p:nvPr/>
        </p:nvSpPr>
        <p:spPr>
          <a:xfrm>
            <a:off x="0" y="18013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783080"/>
            <a:ext cx="-5029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Slow voice processing → fast media path (one Google call)</a:t>
            </a:r>
          </a:p>
        </p:txBody>
      </p:sp>
      <p:sp>
        <p:nvSpPr>
          <p:cNvPr id="13" name="Oval 12"/>
          <p:cNvSpPr/>
          <p:nvPr/>
        </p:nvSpPr>
        <p:spPr>
          <a:xfrm>
            <a:off x="0" y="2368296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350008"/>
            <a:ext cx="-5029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API fetch errors → retries on plugin, API, and Google</a:t>
            </a:r>
          </a:p>
        </p:txBody>
      </p:sp>
      <p:sp>
        <p:nvSpPr>
          <p:cNvPr id="15" name="Oval 14"/>
          <p:cNvSpPr/>
          <p:nvPr/>
        </p:nvSpPr>
        <p:spPr>
          <a:xfrm>
            <a:off x="0" y="293522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916936"/>
            <a:ext cx="-5029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Pre-send preview missing → fixed mixed-language typing logic</a:t>
            </a:r>
          </a:p>
        </p:txBody>
      </p:sp>
      <p:sp>
        <p:nvSpPr>
          <p:cNvPr id="17" name="Oval 16"/>
          <p:cNvSpPr/>
          <p:nvPr/>
        </p:nvSpPr>
        <p:spPr>
          <a:xfrm>
            <a:off x="0" y="3502152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483864"/>
            <a:ext cx="-5029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Chat UX → WhatsApp-style layout + language badges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UgaJapa Translation for Mattermost · v2.3.0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What We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Complete internship deliverable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87552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Plugin v2.3.0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com.transchecker.translation — upload to Mattermost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Translation API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Standalone Node service with Google Cloud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95728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Documentation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README + full Word guide for non-programmers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395728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GitHub repo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Public repository with setup instructions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57016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Working demo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Two users, two languages, one channel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557016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Quality scoring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TransChecker prototype for confidence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UgaJapa Translation for Mattermost · v2.3.0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Running the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5 steps to reproduce locally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87552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0" y="1234440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216152"/>
            <a:ext cx="-5029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34155"/>
                </a:solidFill>
              </a:defRPr>
            </a:pPr>
            <a:r>
              <a:t>Start Translation API — npm install, .env, npm run dev (port 5000)</a:t>
            </a:r>
          </a:p>
        </p:txBody>
      </p:sp>
      <p:sp>
        <p:nvSpPr>
          <p:cNvPr id="11" name="Oval 10"/>
          <p:cNvSpPr/>
          <p:nvPr/>
        </p:nvSpPr>
        <p:spPr>
          <a:xfrm>
            <a:off x="0" y="1801368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783080"/>
            <a:ext cx="-5029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34155"/>
                </a:solidFill>
              </a:defRPr>
            </a:pPr>
            <a:r>
              <a:t>Start Mattermost — docker compose up -d → localhost:8065</a:t>
            </a:r>
          </a:p>
        </p:txBody>
      </p:sp>
      <p:sp>
        <p:nvSpPr>
          <p:cNvPr id="13" name="Oval 12"/>
          <p:cNvSpPr/>
          <p:nvPr/>
        </p:nvSpPr>
        <p:spPr>
          <a:xfrm>
            <a:off x="0" y="2368296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350008"/>
            <a:ext cx="-5029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34155"/>
                </a:solidFill>
              </a:defRPr>
            </a:pPr>
            <a:r>
              <a:t>Build plugin — build-bundle.ps1 → upload .tar.gz in System Console</a:t>
            </a:r>
          </a:p>
        </p:txBody>
      </p:sp>
      <p:sp>
        <p:nvSpPr>
          <p:cNvPr id="15" name="Oval 14"/>
          <p:cNvSpPr/>
          <p:nvPr/>
        </p:nvSpPr>
        <p:spPr>
          <a:xfrm>
            <a:off x="0" y="293522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916936"/>
            <a:ext cx="-5029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34155"/>
                </a:solidFill>
              </a:defRPr>
            </a:pPr>
            <a:r>
              <a:t>Configure plugin — API URL: http://host.docker.internal:5000</a:t>
            </a:r>
          </a:p>
        </p:txBody>
      </p:sp>
      <p:sp>
        <p:nvSpPr>
          <p:cNvPr id="17" name="Oval 16"/>
          <p:cNvSpPr/>
          <p:nvPr/>
        </p:nvSpPr>
        <p:spPr>
          <a:xfrm>
            <a:off x="0" y="3502152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483864"/>
            <a:ext cx="-5029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34155"/>
                </a:solidFill>
              </a:defRPr>
            </a:pPr>
            <a:r>
              <a:t>Set receive languages → open two browsers → start chatting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UgaJapa Translation for Mattermost · v2.3.0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5836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Next steps after the internship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87552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Production deploy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Server, HTTPS, Dockerize the Translation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GitHub Release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Ready-to-download plugin .tar.gz bundle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95728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Security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Strong API keys and Google billing controls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395728"/>
            <a:ext cx="5440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27000" tIns="10160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UX polish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Speaking-language picker before recording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389120" y="457200"/>
            <a:ext cx="3474720" cy="34747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899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br/>
            <a:pPr algn="ctr">
              <a:defRPr sz="2600">
                <a:solidFill>
                  <a:srgbClr val="CBD5E1"/>
                </a:solidFill>
              </a:defRPr>
            </a:pPr>
            <a:r>
              <a:t>Questions?</a:t>
            </a:r>
          </a:p>
          <a:p>
            <a:br/>
            <a:pPr algn="ctr">
              <a:defRPr sz="1300">
                <a:solidFill>
                  <a:srgbClr val="10B981"/>
                </a:solidFill>
              </a:defRPr>
            </a:pPr>
            <a:r>
              <a:t>github.com/MahamatAbdelrassoul/MATTERMOST_PLUGIN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28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UgaJapa Translation for Mattermost · v2.3.0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2881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